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161" y="240030"/>
            <a:ext cx="752167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514350"/>
            <a:ext cx="8572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5720"/>
            <a:ext cx="8961120" cy="2423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514600"/>
            <a:ext cx="89611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 — Panels B &amp; C (Final, n=387)</dc:title>
  <dc:subject>PptxGenJS Presentation</dc:subject>
  <dc:creator>AKB</dc:creator>
  <cp:lastModifiedBy>AKB</cp:lastModifiedBy>
  <cp:revision>1</cp:revision>
  <dcterms:created xsi:type="dcterms:W3CDTF">2026-07-05T00:49:33Z</dcterms:created>
  <dcterms:modified xsi:type="dcterms:W3CDTF">2026-07-05T00:49:33Z</dcterms:modified>
</cp:coreProperties>
</file>