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AIVA Manuscript — Complete Figure Audit &amp; Recreation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manuscript figures verified against raw data · Redrawn in matching color scheme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08760" y="1984248"/>
            <a:ext cx="1188720" cy="2377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98424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834640" y="196596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schematic — no numerical data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3500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08760" y="2368296"/>
            <a:ext cx="1188720" cy="23774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36829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ERRORS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834640" y="23500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genes → 109 (body says 108) · 34 VCEPs → 35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08760" y="2752344"/>
            <a:ext cx="1188720" cy="2377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275234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834640" y="2734056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Recall@K values match CSV exactly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1181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08760" y="3136392"/>
            <a:ext cx="1188720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08760" y="313639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LABELS ✗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834640" y="311810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Known-Gene Disease shows N=250 (correct: N=422); KG+KD shows N=250 (correct: N=234)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5021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08760" y="3520440"/>
            <a:ext cx="1188720" cy="2377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352044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834640" y="350215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corrected to n=387 with matching colors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508760" y="3904488"/>
            <a:ext cx="1188720" cy="2377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390448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834640" y="38862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F1 scores verified against TSV — exact match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2702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S1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508760" y="4288536"/>
            <a:ext cx="1188720" cy="2377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08760" y="428853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834640" y="427024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reflects corrected 3-class mapping values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45720"/>
            <a:ext cx="8778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AIVA System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82880" y="4754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— schematic only, no data to verify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04672"/>
            <a:ext cx="8778240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45720"/>
            <a:ext cx="8778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— Benchmark Design  ⚠ 2 Corrections Required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82880" y="4754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panel (B): '122 genes' should be 109 (body text says 108)  ·  '34 VCEPs' should be 35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04672"/>
            <a:ext cx="877824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46320" y="960120"/>
            <a:ext cx="2560320" cy="329184"/>
          </a:xfrm>
          <a:prstGeom prst="rect">
            <a:avLst/>
          </a:prstGeom>
          <a:solidFill>
            <a:srgbClr val="FFF3CD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46320" y="9601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'122 genes' → should be 109 (data) / 108 (body text)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846320" y="1325880"/>
            <a:ext cx="2560320" cy="292608"/>
          </a:xfrm>
          <a:prstGeom prst="rect">
            <a:avLst/>
          </a:prstGeom>
          <a:solidFill>
            <a:srgbClr val="FFF3CD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0" y="13258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'34 VCEPs' → should be 35 (confirmed from data)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45720"/>
            <a:ext cx="8778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3A — Recall@K Benchmark Table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82880" y="4754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values verified against comparison_metrics.csv · N values corrected for all categories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04672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45720"/>
            <a:ext cx="8778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3B — Distractor Category Breakdown by Disease Category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82880" y="4754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Original figure had wrong N labels for Known-Gene Disease (250→422) and KG+KD (250→234) — corrected here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04672"/>
            <a:ext cx="89611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45720"/>
            <a:ext cx="8778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3C — Distractor-Gene Type Distribution  (n=387)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82880" y="4754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Corrected from n=397 → 387 · Exact original colors · Labels show count (%) format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04672"/>
            <a:ext cx="89611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45720"/>
            <a:ext cx="8778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— Combined  (Panels B &amp; C)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82880" y="4754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original layout · All corrections applied · Colors match original figure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04672"/>
            <a:ext cx="8961120" cy="21031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944368"/>
            <a:ext cx="89611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45720"/>
            <a:ext cx="8778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4A — Variant Classification F1 Score Benchmark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82880" y="4754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per-class and per-category F1 values verified against metrics_by_category.tsv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04672"/>
            <a:ext cx="82296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45720"/>
            <a:ext cx="8778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4B &amp; 4C — Assembly Stress-Test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82880" y="4754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values verified: 7,743 clean + 644 discrepancy = 8,387 · 438 correct + 206 mis = 644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04672"/>
            <a:ext cx="4297680" cy="40690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04672"/>
            <a:ext cx="42976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45720"/>
            <a:ext cx="8778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S1A — Directional Classification Flow (Sankey)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82880" y="4754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Totals verified: 3,518 P/LP + 2,851 VUS + 2,018 B/LB = 8,387 variants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04672"/>
            <a:ext cx="822960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45720"/>
            <a:ext cx="8778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S1B &amp; S1C — Misclassification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82880" y="475488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Original figure already reflects corrected values (88.5%, 72.3%, 26.8%) · Pie: 34.5% = % of all misclassification events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04672"/>
            <a:ext cx="4480560" cy="41148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04672"/>
            <a:ext cx="42976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Manuscript Figures — Full Audit &amp; Recreation</dc:title>
  <dc:subject>PptxGenJS Presentation</dc:subject>
  <dc:creator>AKB</dc:creator>
  <cp:lastModifiedBy>AKB</cp:lastModifiedBy>
  <cp:revision>1</cp:revision>
  <dcterms:created xsi:type="dcterms:W3CDTF">2026-07-05T01:11:49Z</dcterms:created>
  <dcterms:modified xsi:type="dcterms:W3CDTF">2026-07-05T01:11:49Z</dcterms:modified>
</cp:coreProperties>
</file>